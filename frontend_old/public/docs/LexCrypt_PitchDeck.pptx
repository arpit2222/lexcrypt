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00C2A8">
              <a:alpha val="8000"/>
            </a:srgbClr>
          </a:solidFill>
          <a:ln w="12700">
            <a:solidFill>
              <a:srgbClr val="00C2A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LexCrypt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Justice Infrastructure for the World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Fully Homomorphic Encryption on Fhenix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2560320" cy="457200"/>
          </a:xfrm>
          <a:prstGeom prst="rect">
            <a:avLst>
              <a:gd name="adj" fmla="val 16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Fhenix Buildathon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 is broken — globally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91640"/>
            <a:ext cx="201168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28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54M+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cases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 alone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383280"/>
            <a:ext cx="1737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383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17M dragging 5+ years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16916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691640"/>
            <a:ext cx="201168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828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450592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declining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rule of law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87752" y="3383280"/>
            <a:ext cx="1737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3383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Rule of Law Index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26864" y="16916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691640"/>
            <a:ext cx="201168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828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$31B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626864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tech market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privacy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64024" y="3383280"/>
            <a:ext cx="1737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3383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cite data privacy concerns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03136" y="16916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1691640"/>
            <a:ext cx="201168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1828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803136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firms refuse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tools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0296" y="3383280"/>
            <a:ext cx="1737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0296" y="3383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risk sensitive data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issue: Legal AI exists — but courts won't adopt it because sensitive case data cannot be exposed to any third-party platform.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legal AI fails institutions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8595360" cy="621792"/>
          </a:xfrm>
          <a:prstGeom prst="rect">
            <a:avLst/>
          </a:prstGeom>
          <a:solidFill>
            <a:srgbClr val="12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45920"/>
            <a:ext cx="64008" cy="6217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Harvey 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64592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case data to external servers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0" y="1737360"/>
            <a:ext cx="2148840" cy="438912"/>
          </a:xfrm>
          <a:prstGeom prst="rect">
            <a:avLst/>
          </a:prstGeom>
          <a:solidFill>
            <a:srgbClr val="7F1D1D">
              <a:alpha val="70000"/>
            </a:srgbClr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7373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breach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8595360" cy="621792"/>
          </a:xfrm>
          <a:prstGeom prst="rect">
            <a:avLst/>
          </a:prstGeom>
          <a:solidFill>
            <a:srgbClr val="12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395728"/>
            <a:ext cx="64008" cy="6217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9572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CaseText / Lexis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39572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upload of sensitive documents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2487168"/>
            <a:ext cx="2148840" cy="438912"/>
          </a:xfrm>
          <a:prstGeom prst="rect">
            <a:avLst/>
          </a:prstGeom>
          <a:solidFill>
            <a:srgbClr val="7F1D1D">
              <a:alpha val="70000"/>
            </a:srgbClr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48716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HIPAA violation risk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45536"/>
            <a:ext cx="8595360" cy="621792"/>
          </a:xfrm>
          <a:prstGeom prst="rect">
            <a:avLst/>
          </a:prstGeom>
          <a:solidFill>
            <a:srgbClr val="12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45536"/>
            <a:ext cx="64008" cy="6217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4553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145536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can be tampered by insiders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3236976"/>
            <a:ext cx="2148840" cy="438912"/>
          </a:xfrm>
          <a:prstGeom prst="rect">
            <a:avLst/>
          </a:prstGeom>
          <a:solidFill>
            <a:srgbClr val="7F1D1D">
              <a:alpha val="70000"/>
            </a:srgbClr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236976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enabled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895344"/>
            <a:ext cx="8595360" cy="621792"/>
          </a:xfrm>
          <a:prstGeom prst="rect">
            <a:avLst/>
          </a:prstGeom>
          <a:solidFill>
            <a:srgbClr val="12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895344"/>
            <a:ext cx="64008" cy="6217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9534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proofs alone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3895344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compute arbitrary case logic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3986784"/>
            <a:ext cx="2148840" cy="438912"/>
          </a:xfrm>
          <a:prstGeom prst="rect">
            <a:avLst/>
          </a:prstGeom>
          <a:solidFill>
            <a:srgbClr val="7F1D1D">
              <a:alpha val="70000"/>
            </a:srgbClr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986784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Inflexible, not production-ready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0C2A8">
              <a:alpha val="8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LexCrypt solves this: AI computes on encrypted data. Nobody sees the raw case. Not even us.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LexCrypt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FHE-powered legal intelligence platform.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data stays encrypted during every computation.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reads your case — not lawyers, not the platform, not anyone.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926080"/>
            <a:ext cx="265176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default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encrypts all case data. AI logic runs on ciphertext — zero exposure.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92608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926080"/>
            <a:ext cx="265176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records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3931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commitments. No corrupt official can alter or bury a judgment.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92608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926080"/>
            <a:ext cx="265176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971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justice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931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suggestions, win probability, precedent search — all on encrypted inputs.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822960"/>
            <a:ext cx="4206240" cy="1828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promise: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12801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judge receives AI verdict suggestions computed on encrypted case files — the victim's name, witness identities, and evidence details are never decrypted by anyone except the authorized court."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FHE: compute on encrypted data without ever decrypting 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1965960" cy="2651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572768"/>
            <a:ext cx="91440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72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Lawyer/judge encrypts case data client-side using CoFHE SDK. Private key never leaves their device.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2788920"/>
            <a:ext cx="22860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23160" y="1463040"/>
            <a:ext cx="1965960" cy="2651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53512" y="1572768"/>
            <a:ext cx="91440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1572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2316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278892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ciphertext posted to Fhenix smart contract as euint/ebool types. Nobody can read it.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2788920"/>
            <a:ext cx="22860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617720" y="1463040"/>
            <a:ext cx="1965960" cy="2651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48072" y="1572768"/>
            <a:ext cx="91440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1572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1772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278892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FHE logic — AI model, verdict predictor, precedent matcher — runs on ciphertext directly.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2788920"/>
            <a:ext cx="22860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812280" y="1463040"/>
            <a:ext cx="1965960" cy="2651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42632" y="1572768"/>
            <a:ext cx="91440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42632" y="15727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228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278892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authorized party (judge, client) decrypts the result using their key. Platform sees nothing.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4315968"/>
            <a:ext cx="8686800" cy="640080"/>
          </a:xfrm>
          <a:prstGeom prst="rect">
            <a:avLst/>
          </a:prstGeom>
          <a:solidFill>
            <a:srgbClr val="060E1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euint128 encCase = FHE.asEuint128(caseData);  ebool verdict = caseModel.predict(encCase);  FHE.allowSender(verdict);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2761488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932688"/>
            <a:ext cx="123444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9326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+ Web3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Judge AI Assistant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2532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encrypted case files, suggests verdict direction and precedents. Tamper-proof on-chain record.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61488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932688"/>
            <a:ext cx="12344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9326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FHE-native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10128" y="96012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Lawyer Practice Arena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389888"/>
            <a:ext cx="2532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students practice on real anonymized cases. Like LeetCode for law — victim identity always sealed.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44768" y="822960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822960"/>
            <a:ext cx="2761488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34656" y="932688"/>
            <a:ext cx="123444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34656" y="9326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FHE-native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54496" y="96012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Win Probability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54496" y="1389888"/>
            <a:ext cx="25328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inputs encrypted case details, receives win probability + strategy. Platform never reads the data.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2926080"/>
            <a:ext cx="42245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926080"/>
            <a:ext cx="4224528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3035808"/>
            <a:ext cx="123444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0358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306324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Precedent Reference DB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493008"/>
            <a:ext cx="3995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on-chain judgment database. Search by encrypted parameters. Nobody can alter past rulings.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926080"/>
            <a:ext cx="422452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926080"/>
            <a:ext cx="4224528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16368" y="3035808"/>
            <a:ext cx="123444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6368" y="30358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+ Web3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3168" y="306324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Evidence Vault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73168" y="3493008"/>
            <a:ext cx="3995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evidence committed on-chain. Legally enforceable. Corrupt officials cannot suppress or deny.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1170432"/>
          </a:xfrm>
          <a:prstGeom prst="rect">
            <a:avLst/>
          </a:prstGeom>
          <a:solidFill>
            <a:srgbClr val="0F34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64008" cy="11704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869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+ CoFHE hooks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useEncrypt / useDecrypt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03320" y="13441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Client-side key management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03320" y="16184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Permit-based access control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8595360" cy="1170432"/>
          </a:xfrm>
          <a:prstGeom prst="rect">
            <a:avLst/>
          </a:prstGeom>
          <a:solidFill>
            <a:srgbClr val="0A22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12848"/>
            <a:ext cx="64008" cy="11704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585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7157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FHE.sol smart contracts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9900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LexCrypt.sol (core logic)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03320" y="27157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euint128 / ebool case types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03320" y="29900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FHE.allowThis / allowSender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584448"/>
            <a:ext cx="8595360" cy="1170432"/>
          </a:xfrm>
          <a:prstGeom prst="rect">
            <a:avLst/>
          </a:prstGeom>
          <a:solidFill>
            <a:srgbClr val="061628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584448"/>
            <a:ext cx="64008" cy="11704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30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0873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Fhenix CoFHE network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3616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Threshold decryption nodes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03320" y="40873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Sepolia / Arbitrum / Base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03320" y="43616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On-chain precedent DB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1737360"/>
            <a:ext cx="0" cy="201168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3108960"/>
            <a:ext cx="0" cy="201168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61225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17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Privara SDK optional layer: confidential payment rails for legal fee settlement and whistleblower bounty payouts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005840"/>
            <a:ext cx="7498080" cy="3657600"/>
          </a:xfrm>
          <a:prstGeom prst="ellipse">
            <a:avLst/>
          </a:prstGeom>
          <a:solidFill>
            <a:srgbClr val="E6F7FF"/>
          </a:solidFill>
          <a:ln w="12700">
            <a:solidFill>
              <a:srgbClr val="BAE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463040"/>
            <a:ext cx="5486400" cy="2743200"/>
          </a:xfrm>
          <a:prstGeom prst="ellipse">
            <a:avLst/>
          </a:prstGeom>
          <a:solidFill>
            <a:srgbClr val="BAE0FF"/>
          </a:solidFill>
          <a:ln w="12700">
            <a:solidFill>
              <a:srgbClr val="69B1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965960"/>
            <a:ext cx="3474720" cy="1737360"/>
          </a:xfrm>
          <a:prstGeom prst="ellipse">
            <a:avLst/>
          </a:prstGeom>
          <a:solidFill>
            <a:srgbClr val="4096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$31.6B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Legal Tech Market (2024)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21488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Privacy-sensitive legal AI segment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77640" y="2057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331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A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FHE-native legal platforms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A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0" y="10058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market is ready now: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1481328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4447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54M+ Indian cases alone — immediate addressable users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2139696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1031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of law firms unwilling to use cloud AI — FHE unlocks this segment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2798064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7614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$63.6B projected market by 2032 (CAGR ~9%)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0" y="3456432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41985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mandates pushing digital court infrastructure globally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LexCrypt is the only platform where AI computes on encrypted legal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0" y="137160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20440" y="13716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Layer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0" y="137160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29400" y="137160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83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Harvey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1783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7830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178308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17830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350008"/>
            <a:ext cx="85953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3500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CaseText (LexisNexis)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235000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235000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35000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235000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9400" y="235000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916936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169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SUPACE (India AI)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291693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20440" y="29169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91693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2916936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291693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483864"/>
            <a:ext cx="85953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48386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LegalEase / Spellbook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86000" y="348386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0440" y="348386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348386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0" y="3483864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29400" y="348386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050792"/>
            <a:ext cx="8595360" cy="502920"/>
          </a:xfrm>
          <a:prstGeom prst="rect">
            <a:avLst/>
          </a:prstGeom>
          <a:solidFill>
            <a:srgbClr val="00C2A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0507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LexCrypt 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86000" y="405079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20440" y="405079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40507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52160" y="405079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29400" y="405079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244"/>
          </a:solidFill>
          <a:ln w="12700">
            <a:solidFill>
              <a:srgbClr val="13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384048"/>
          </a:xfrm>
          <a:prstGeom prst="rect">
            <a:avLst/>
          </a:prstGeom>
          <a:solidFill>
            <a:srgbClr val="00C2A8">
              <a:alpha val="8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Engine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3258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Fhenix CoFHE network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6550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FHE.sol library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9842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euint128 / ebool encrypted types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3134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Threshold key management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6052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4160520" cy="384048"/>
          </a:xfrm>
          <a:prstGeom prst="rect">
            <a:avLst/>
          </a:prstGeom>
          <a:solidFill>
            <a:srgbClr val="00C2A8">
              <a:alpha val="8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868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3258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Solidity (FHE.sol)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73752" y="16550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LexCrypt.sol core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73752" y="19842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FHE.allow access control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73752" y="23134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Deployed: Arbitrum Sepolia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6052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4160520" cy="384048"/>
          </a:xfrm>
          <a:prstGeom prst="rect">
            <a:avLst/>
          </a:prstGeom>
          <a:solidFill>
            <a:srgbClr val="00C2A8">
              <a:alpha val="8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26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SDK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3832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@cofhe/sdk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37124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@cofhe/react hooks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912" y="40416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useEncrypt / useDecrypt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" y="43708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Permit-based decryption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416052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26080"/>
            <a:ext cx="4160520" cy="384048"/>
          </a:xfrm>
          <a:prstGeom prst="rect">
            <a:avLst/>
          </a:prstGeom>
          <a:solidFill>
            <a:srgbClr val="00C2A8">
              <a:alpha val="8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26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(opt.)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33832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Privara SDK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73752" y="37124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@reineira-os/sdk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73752" y="40416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Confidential stablecoin rails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73752" y="43708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Legal fee settlement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solidFill>
            <a:srgbClr val="060E1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4515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on: Sepolia testnet  •  Arbitrum Sepolia  •  Base Sepolia  |  Local dev: Hardhat FHE plugin (no testnet needed)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ROADMAP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914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503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2–3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May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901952"/>
            <a:ext cx="146304" cy="14630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4708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FHE contracts deployed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146304" cy="14630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50545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AI assistant MVP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218688"/>
            <a:ext cx="146304" cy="14630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16382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predictor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77056"/>
            <a:ext cx="146304" cy="14630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8221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Fhenix testnet live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18688" y="82296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822960"/>
            <a:ext cx="27432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18688" y="822960"/>
            <a:ext cx="2743200" cy="914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8503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4–5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18688" y="12344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447288" y="1901952"/>
            <a:ext cx="146304" cy="146304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94176" y="184708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practice arena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47288" y="2560320"/>
            <a:ext cx="146304" cy="146304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94176" y="250545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vault module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47288" y="3218688"/>
            <a:ext cx="146304" cy="146304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94176" y="316382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Privara payment integration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47288" y="3877056"/>
            <a:ext cx="146304" cy="146304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94176" y="38221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Tech Week showcase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63056" y="82296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822960"/>
            <a:ext cx="274320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63056" y="822960"/>
            <a:ext cx="27432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63056" y="8503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Post-buildathon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63056" y="12344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391656" y="1901952"/>
            <a:ext cx="146304" cy="14630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8544" y="184708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deployment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91656" y="2560320"/>
            <a:ext cx="146304" cy="14630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8544" y="250545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3 law firms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91656" y="3218688"/>
            <a:ext cx="146304" cy="14630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8544" y="316382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High Court outreach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91656" y="3877056"/>
            <a:ext cx="146304" cy="14630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8544" y="38221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preparation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500 law firm pilots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29184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$2M ARR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2648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$180M TAM capture (10%)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million cases.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million people waiting for justice.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LexCrypt gives every judge AI-grade analysis.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victim stays protected.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stays incorruptible.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Fhenix FHE — the only infrastructure that makes this possible.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2743200" cy="5029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LexCrypt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github.com/lexcrypt  •  Fhenix Buildathon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LexCrypt – Private Justice Infrastructure</dc:title>
  <dc:subject>PptxGenJS Presentation</dc:subject>
  <dc:creator>PptxGenJS</dc:creator>
  <cp:lastModifiedBy>PptxGenJS</cp:lastModifiedBy>
  <cp:revision>1</cp:revision>
  <dcterms:created xsi:type="dcterms:W3CDTF">2026-03-30T03:02:19Z</dcterms:created>
  <dcterms:modified xsi:type="dcterms:W3CDTF">2026-03-30T03:02:19Z</dcterms:modified>
</cp:coreProperties>
</file>